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5E20"/>
                </a:solidFill>
              </a:defRPr>
            </a:pPr>
            <a:r>
              <a:t>데모 시나리오 — "조 감독 시연"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7D32"/>
                </a:solidFill>
              </a:defRPr>
            </a:pPr>
            <a:r>
              <a:t>비로그인 → 로그인/진단 → 화장대 등록(OCR·챗봇) → 개인화 추천 → 장바구니 → 구매</a:t>
            </a:r>
          </a:p>
          <a:p>
            <a:pPr>
              <a:defRPr sz="1400">
                <a:solidFill>
                  <a:srgbClr val="616161"/>
                </a:solidFill>
              </a:defRPr>
            </a:pPr>
            <a:r>
              <a:t>지도교수 시연·발표용 · 최종 갱신 2026-09-11 · Swappy 캡스톤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5E20"/>
                </a:solidFill>
              </a:defRPr>
            </a:pPr>
            <a:r>
              <a:t>0. 실행 전제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프론트엔드만 있으면 된다 — 백엔드·DB 불필요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‣ cd frontend &amp;&amp; npm install &amp;&amp; npm run dev  →  http://localhost:5173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상태(로그인·진단·화장대·장바구니·주문)는 전부 브라우저 localStorage에 저장 (swappy:* 키)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인증 API(Task 12) 부재 → 로그인은 src/data/personas.json 대조로 처리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제품 목록은 백엔드가 없으면 목업으로 자동 폴백 (useProducts → isMock)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시연을 처음부터 다시 하려면: 개발자도구 → Application → Local Storage에서 swappy:* 삭제, 또는 시크릿 창 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1. 테스트 계정 (페르소나)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0089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이메일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피부타입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보유 화장품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예산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게스트 (로그인 안 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0개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조은성 · 팀장/프론트 통합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eunseong@swappy.app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수분팡팡 옹달샘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2개 (라운드랩 토너/이니스프리 세럼)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4~7만원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최동균 · 부팀장/상품·DB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donggyun@swappy.app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겉바속촉 수부지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3개 (이니스프리/에스트라/닥터지)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3~5만원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박주원 · 백엔드/RAG 챗봇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juwon@swappy.app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반질반질 물개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3개 (코스알엑스/브링그린/라운드랩)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1.5~3.5만원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심유빈 · OCR/UI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yubin@swappy.app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조심조심 유리구슬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2개 (아벤느/라로슈포제)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2.5~4.5만원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김미송 · UI·UX/피부진단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misong@swappy.app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바스락 사막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5개 (바이오더마 외 4종)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5~8만원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비밀번호는 전부 swappy1234  ·  로그인: 데모 퀵버튼 / 이메일 로그인 / 게스트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2. 시나리오 개요 — 5개 구간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주인공: 게스트 → donggyun@swappy.app (최동균 · 부팀장)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다른 팀원 계정으로 바꿔도 각자의 피부타입·보유 화장품으로 동일한 흐름 재현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구간 1 — 비로그인으로 둘러보기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구간 2 — 로그인하며 피부타입 진단 (게스트 진단 승계)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구간 3 — 내 화장품을 화장대에 등록 (OCR / 챗봇)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구간 4 — 피부타입 + 보유 화장품 반영 추천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구간 5 — 장바구니 → 구매 → 주문내역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5E20"/>
                </a:solidFill>
              </a:defRPr>
            </a:pPr>
            <a:r>
              <a:t>구간 1 — 비로그인으로 둘러보기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화면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액션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확인 포인트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Splash 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앱 진입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스플래시 → 온보딩/로그인 유도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Login /login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"로그인 없이 둘러보기"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로그인 없이 홈 진입 (scope=guest)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Home /home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스크롤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게스트도 카탈로그·대체품 캐러셀 열람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ProductDetail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추천 카드 탭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전성분·상품정보 — 상세는 게스트도 접근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5E20"/>
                </a:solidFill>
              </a:defRPr>
            </a:pPr>
            <a:r>
              <a:t>구간 2 — 로그인하며 피부타입 진단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화면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액션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확인 포인트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데모 퀵버튼 "최동균"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로그인 후 /onboarding 이동, 화장대 3개 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Onboarding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6문항 응답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답에 따라 결과 타입이 실제로 달라짐 (하드코딩 아님)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Result 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"추천받기"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1·2·3순위·5축 점수 저장, /home 이동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Home 상단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게스트 → 계정 진단 승계 배너 노출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승계 시연: 게스트로 먼저 진단 완료 → 그 다음 로그인하면 승계됨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5E20"/>
                </a:solidFill>
              </a:defRPr>
            </a:pPr>
            <a:r>
              <a:t>구간 3 — 내 화장품을 화장대에 등록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121"/>
                </a:solidFill>
              </a:defRPr>
            </a:pPr>
            <a:r>
              <a:t>• 경로 A — OCR 스캔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‣ Closet → "제품 추가" → /scan → 셔터 탭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‣ "성분을 읽는 중…" 1.4초 → 인식 결과 시트 (제품명 + 전성분 칩 + 안전/주의 카운트)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‣ "화장대에 추가" → 화장대에 "스캔 완료" 항목 생성 (data/ocrFixtures.ts 순환 반환)</a:t>
            </a:r>
          </a:p>
          <a:p>
            <a:pPr>
              <a:spcAft>
                <a:spcPts val="800"/>
              </a:spcAft>
              <a:defRPr sz="1900">
                <a:solidFill>
                  <a:srgbClr val="212121"/>
                </a:solidFill>
              </a:defRPr>
            </a:pPr>
            <a:r>
              <a:t>• 경로 B — 챗봇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‣ 챗봇에서 "🧴 내 화장품 등록하기" → 브랜드+제품명 한 줄 입력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‣ 예: "토리든 다이브인 저분자 히알루론산 세럼 50ml" → 화장대에 "챗봇으로 추가" 항목 생성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5E20"/>
                </a:solidFill>
              </a:defRPr>
            </a:pPr>
            <a:r>
              <a:t>구간 4 — 개인화 추천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화면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시스템 반응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확인 포인트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닉네임 + 진단 피부타입(수부지)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로그인·진단이 홈에 연결됨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"맞춤 추천 세트"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피부타입 키워드 점수화, 보유품 제외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보유 중인 제품이 추천에서 빠짐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16-17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Alternatives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유사도%/절약률/피부궁합 배지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대체품 추천 근거 표시 (유사도는 선케어만 실적재)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5E20"/>
                </a:solidFill>
              </a:defRPr>
            </a:pPr>
            <a:r>
              <a:t>구간 5 — 장바구니 → 구매 → 주문내역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화면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액션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확인 포인트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Home 추천 세트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"장바구니에 담기"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앱바 장바구니 뱃지 숫자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ProductDetail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"장바구니" / "바로 구매"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상세에서도 담기 동작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수량 조절 → "구매하기"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checkout() → 주문 생성, 장바구니 비움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주문 완료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"주문내역 보기"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</a:defRPr>
                      </a:pPr>
                      <a:r>
                        <a:t>방금 구매한 주문이 목록 최상단 표시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5E20"/>
                </a:solidFill>
              </a:defRPr>
            </a:pPr>
            <a:r>
              <a:t>3. 백엔드 시드 (선택 — 논문/DB 확인용)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121"/>
                </a:solidFill>
              </a:defRPr>
            </a:pPr>
            <a:r>
              <a:t>• 프론트 데모에는 필요 없지만, "통합 DB에 진단까지 들어간 실사용자"를 보여주려면 사용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‣ python scripts/seed_test_users.py --dry-run   # 계획만 출력</a:t>
            </a:r>
          </a:p>
          <a:p>
            <a:pPr>
              <a:spcAft>
                <a:spcPts val="800"/>
              </a:spcAft>
              <a:defRPr sz="1700">
                <a:solidFill>
                  <a:srgbClr val="212121"/>
                </a:solidFill>
              </a:defRPr>
            </a:pPr>
            <a:r>
              <a:t>‣ python scripts/seed_test_users.py             # users/profiles/diagnoses 적재 (멱등)</a:t>
            </a:r>
          </a:p>
          <a:p>
            <a:pPr>
              <a:spcAft>
                <a:spcPts val="800"/>
              </a:spcAft>
              <a:defRPr sz="1900">
                <a:solidFill>
                  <a:srgbClr val="212121"/>
                </a:solidFill>
              </a:defRPr>
            </a:pPr>
            <a:r>
              <a:t>• personas.json을 그대로 읽어 프론트와 같은 사람을 DB에 심는다</a:t>
            </a:r>
          </a:p>
          <a:p>
            <a:pPr>
              <a:spcAft>
                <a:spcPts val="800"/>
              </a:spcAft>
              <a:defRPr sz="1900">
                <a:solidFill>
                  <a:srgbClr val="212121"/>
                </a:solidFill>
              </a:defRPr>
            </a:pPr>
            <a:r>
              <a:t>• users(bcrypt) · profiles(skin_type·scores·budget) · diagnoses + diagnosis_ranks(1~3순위)</a:t>
            </a:r>
          </a:p>
          <a:p>
            <a:pPr>
              <a:spcAft>
                <a:spcPts val="800"/>
              </a:spcAft>
              <a:defRPr sz="1900">
                <a:solidFill>
                  <a:srgbClr val="212121"/>
                </a:solidFill>
              </a:defRPr>
            </a:pPr>
            <a:r>
              <a:t>• 이메일이 이미 있으면 갱신, 진단 기록은 사용자별로 지운 뒤 재삽입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5E20"/>
                </a:solidFill>
              </a:defRPr>
            </a:pPr>
            <a:r>
              <a:t>4. 이번 작업으로 추가된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파일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페르소나 원본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frontend/src/data/personas.json, personas.ts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전역 상태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context/{Auth,Diagnosis,Closet,Cart}Context.tsx, storage.ts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진단 스코어링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data/skinTypeScoring.ts (6문항 → 5축 → 8타입)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OCR 시뮬레이션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data/ocrFixtures.ts, pages/Scan/index.tsx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챗봇 등록 플로우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pages/Mypage/ChatSupportPage.tsx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개인화 추천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hooks/useRecommendations.ts, useProducts.ts, pages/Home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장바구니·구매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pages/Cart, CartContext.tsx, OrderHistoryPage 연동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로그인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pages/Login/index.tsx (페르소나 + 게스트)</a:t>
                      </a:r>
                    </a:p>
                  </a:txBody>
                  <a:tcPr>
                    <a:solidFill>
                      <a:srgbClr val="F1F8E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백엔드 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t>scripts/seed_test_users.py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5E20"/>
                </a:solidFill>
              </a:defRPr>
            </a:pPr>
            <a:r>
              <a:t>남은 한계 — 시연 전 알고 있어야 할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201168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전부 localStorage 기반 — 기기·브라우저를 옮기면 상태가 따라오지 않음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유사도/대체품 추천은 여전히 목업 (similarities 테이블은 선케어 147건만 실적재)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OCR은 실제 인식이 아니라 준비된 결과 순환 (Task 4 미연동)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로그인은 프론트 대조 — 백엔드 JWT 인증(Task 12)과 미연결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결제는 checkout()이 주문내역으로 옮기는 흉내 (PG 미연동)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• useProducts 목업 폴백은 12종 풀 — 백엔드를 함께 띄우면 실제 4,150개에서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Swappy 캡스톤 팀 · 데모 시나리오 · docs/demo-scenario.md 기반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